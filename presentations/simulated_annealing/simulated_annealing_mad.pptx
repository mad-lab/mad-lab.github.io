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embeddedFontLst>
    <p:embeddedFont>
      <p:font typeface="Calibri Light" panose="020F0302020204030204" pitchFamily="34" charset="0"/>
      <p:regular r:id="rId9"/>
      <p:italic r:id="rId10"/>
    </p:embeddedFon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Cambria Math" panose="02040503050406030204" pitchFamily="18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565"/>
    <a:srgbClr val="FB790D"/>
    <a:srgbClr val="EFD019"/>
    <a:srgbClr val="F9410F"/>
    <a:srgbClr val="E1A309"/>
    <a:srgbClr val="FF3300"/>
    <a:srgbClr val="FFFFFF"/>
    <a:srgbClr val="D9B92F"/>
    <a:srgbClr val="D600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7" d="100"/>
          <a:sy n="97" d="100"/>
        </p:scale>
        <p:origin x="33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5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DeJesus" userId="f40d15051ff27709" providerId="LiveId" clId="{7F7CC9DF-FB15-434C-B442-D042EA688A80}"/>
    <pc:docChg chg="undo custSel addSld modSld">
      <pc:chgData name="Michael DeJesus" userId="f40d15051ff27709" providerId="LiveId" clId="{7F7CC9DF-FB15-434C-B442-D042EA688A80}" dt="2017-09-19T06:02:33.398" v="2852" actId="1076"/>
      <pc:docMkLst>
        <pc:docMk/>
      </pc:docMkLst>
      <pc:sldChg chg="addSp delSp modSp">
        <pc:chgData name="Michael DeJesus" userId="f40d15051ff27709" providerId="LiveId" clId="{7F7CC9DF-FB15-434C-B442-D042EA688A80}" dt="2017-09-19T05:16:57.258" v="1234" actId="20577"/>
        <pc:sldMkLst>
          <pc:docMk/>
          <pc:sldMk cId="171205174" sldId="256"/>
        </pc:sldMkLst>
        <pc:spChg chg="del">
          <ac:chgData name="Michael DeJesus" userId="f40d15051ff27709" providerId="LiveId" clId="{7F7CC9DF-FB15-434C-B442-D042EA688A80}" dt="2017-09-19T03:01:20.503" v="0" actId="478"/>
          <ac:spMkLst>
            <pc:docMk/>
            <pc:sldMk cId="171205174" sldId="256"/>
            <ac:spMk id="2" creationId="{A871A5C9-06C8-4BA7-9539-65011B9BFA5B}"/>
          </ac:spMkLst>
        </pc:spChg>
        <pc:spChg chg="del">
          <ac:chgData name="Michael DeJesus" userId="f40d15051ff27709" providerId="LiveId" clId="{7F7CC9DF-FB15-434C-B442-D042EA688A80}" dt="2017-09-19T03:01:44.953" v="2" actId="478"/>
          <ac:spMkLst>
            <pc:docMk/>
            <pc:sldMk cId="171205174" sldId="256"/>
            <ac:spMk id="3" creationId="{50679EE2-B5BC-48F5-8255-C0BD9C6D1D10}"/>
          </ac:spMkLst>
        </pc:spChg>
        <pc:spChg chg="add mod ord">
          <ac:chgData name="Michael DeJesus" userId="f40d15051ff27709" providerId="LiveId" clId="{7F7CC9DF-FB15-434C-B442-D042EA688A80}" dt="2017-09-19T05:16:57.258" v="1234" actId="20577"/>
          <ac:spMkLst>
            <pc:docMk/>
            <pc:sldMk cId="171205174" sldId="256"/>
            <ac:spMk id="4" creationId="{0F759F41-9CA1-4AFC-8DE6-C8F8CA0981F6}"/>
          </ac:spMkLst>
        </pc:spChg>
        <pc:spChg chg="add del mod">
          <ac:chgData name="Michael DeJesus" userId="f40d15051ff27709" providerId="LiveId" clId="{7F7CC9DF-FB15-434C-B442-D042EA688A80}" dt="2017-09-19T04:15:15.355" v="100" actId="478"/>
          <ac:spMkLst>
            <pc:docMk/>
            <pc:sldMk cId="171205174" sldId="256"/>
            <ac:spMk id="5" creationId="{346D9C9C-44AA-471E-B47A-408BDB3DF445}"/>
          </ac:spMkLst>
        </pc:spChg>
        <pc:spChg chg="add del mod">
          <ac:chgData name="Michael DeJesus" userId="f40d15051ff27709" providerId="LiveId" clId="{7F7CC9DF-FB15-434C-B442-D042EA688A80}" dt="2017-09-19T04:15:11.076" v="98"/>
          <ac:spMkLst>
            <pc:docMk/>
            <pc:sldMk cId="171205174" sldId="256"/>
            <ac:spMk id="6" creationId="{20F39B3B-F5BD-49BF-AA46-D1F029BBADF7}"/>
          </ac:spMkLst>
        </pc:spChg>
        <pc:picChg chg="add mod">
          <ac:chgData name="Michael DeJesus" userId="f40d15051ff27709" providerId="LiveId" clId="{7F7CC9DF-FB15-434C-B442-D042EA688A80}" dt="2017-09-19T04:57:23.100" v="642" actId="14100"/>
          <ac:picMkLst>
            <pc:docMk/>
            <pc:sldMk cId="171205174" sldId="256"/>
            <ac:picMk id="8" creationId="{09C66397-17BB-4F55-8D16-45568450DFF4}"/>
          </ac:picMkLst>
        </pc:picChg>
      </pc:sldChg>
      <pc:sldChg chg="addSp delSp modSp add">
        <pc:chgData name="Michael DeJesus" userId="f40d15051ff27709" providerId="LiveId" clId="{7F7CC9DF-FB15-434C-B442-D042EA688A80}" dt="2017-09-19T05:21:37.546" v="1348" actId="20577"/>
        <pc:sldMkLst>
          <pc:docMk/>
          <pc:sldMk cId="2486496670" sldId="257"/>
        </pc:sldMkLst>
        <pc:spChg chg="add mod">
          <ac:chgData name="Michael DeJesus" userId="f40d15051ff27709" providerId="LiveId" clId="{7F7CC9DF-FB15-434C-B442-D042EA688A80}" dt="2017-09-19T05:21:37.546" v="1348" actId="20577"/>
          <ac:spMkLst>
            <pc:docMk/>
            <pc:sldMk cId="2486496670" sldId="257"/>
            <ac:spMk id="2" creationId="{BC56D602-7AE1-4B0E-9E1A-E92911521C43}"/>
          </ac:spMkLst>
        </pc:spChg>
        <pc:spChg chg="add mod">
          <ac:chgData name="Michael DeJesus" userId="f40d15051ff27709" providerId="LiveId" clId="{7F7CC9DF-FB15-434C-B442-D042EA688A80}" dt="2017-09-19T05:15:11.399" v="1164" actId="2085"/>
          <ac:spMkLst>
            <pc:docMk/>
            <pc:sldMk cId="2486496670" sldId="257"/>
            <ac:spMk id="3" creationId="{F6EEE0E3-F2BF-42A9-9849-77AFD16FFA6C}"/>
          </ac:spMkLst>
        </pc:spChg>
        <pc:spChg chg="add del mod">
          <ac:chgData name="Michael DeJesus" userId="f40d15051ff27709" providerId="LiveId" clId="{7F7CC9DF-FB15-434C-B442-D042EA688A80}" dt="2017-09-19T05:12:01.190" v="1120" actId="478"/>
          <ac:spMkLst>
            <pc:docMk/>
            <pc:sldMk cId="2486496670" sldId="257"/>
            <ac:spMk id="4" creationId="{C02092FB-C27C-432A-83D8-202075D5E219}"/>
          </ac:spMkLst>
        </pc:spChg>
        <pc:spChg chg="add del mod">
          <ac:chgData name="Michael DeJesus" userId="f40d15051ff27709" providerId="LiveId" clId="{7F7CC9DF-FB15-434C-B442-D042EA688A80}" dt="2017-09-19T05:12:02.160" v="1121" actId="478"/>
          <ac:spMkLst>
            <pc:docMk/>
            <pc:sldMk cId="2486496670" sldId="257"/>
            <ac:spMk id="5" creationId="{6455A1DE-1AE9-4962-BA27-FBFC2A05138C}"/>
          </ac:spMkLst>
        </pc:spChg>
        <pc:spChg chg="add del mod">
          <ac:chgData name="Michael DeJesus" userId="f40d15051ff27709" providerId="LiveId" clId="{7F7CC9DF-FB15-434C-B442-D042EA688A80}" dt="2017-09-19T05:12:03.636" v="1122" actId="478"/>
          <ac:spMkLst>
            <pc:docMk/>
            <pc:sldMk cId="2486496670" sldId="257"/>
            <ac:spMk id="6" creationId="{5024C45C-DC33-459C-90E8-ACEC01FA27A6}"/>
          </ac:spMkLst>
        </pc:spChg>
        <pc:spChg chg="add mod">
          <ac:chgData name="Michael DeJesus" userId="f40d15051ff27709" providerId="LiveId" clId="{7F7CC9DF-FB15-434C-B442-D042EA688A80}" dt="2017-09-19T05:19:15.819" v="1292" actId="1076"/>
          <ac:spMkLst>
            <pc:docMk/>
            <pc:sldMk cId="2486496670" sldId="257"/>
            <ac:spMk id="7" creationId="{71C8588C-1386-4986-B0B5-E6E270DCCC2A}"/>
          </ac:spMkLst>
        </pc:spChg>
        <pc:spChg chg="add mod ord">
          <ac:chgData name="Michael DeJesus" userId="f40d15051ff27709" providerId="LiveId" clId="{7F7CC9DF-FB15-434C-B442-D042EA688A80}" dt="2017-09-19T05:15:21.961" v="1165"/>
          <ac:spMkLst>
            <pc:docMk/>
            <pc:sldMk cId="2486496670" sldId="257"/>
            <ac:spMk id="8" creationId="{6EBE1722-4B7A-47D7-95BC-8BAE601255FA}"/>
          </ac:spMkLst>
        </pc:spChg>
        <pc:spChg chg="add del mod">
          <ac:chgData name="Michael DeJesus" userId="f40d15051ff27709" providerId="LiveId" clId="{7F7CC9DF-FB15-434C-B442-D042EA688A80}" dt="2017-09-19T05:07:03.570" v="1106" actId="478"/>
          <ac:spMkLst>
            <pc:docMk/>
            <pc:sldMk cId="2486496670" sldId="257"/>
            <ac:spMk id="9" creationId="{2C58A0B5-FBA6-468B-A86F-36C321E5735C}"/>
          </ac:spMkLst>
        </pc:spChg>
        <pc:spChg chg="add del mod">
          <ac:chgData name="Michael DeJesus" userId="f40d15051ff27709" providerId="LiveId" clId="{7F7CC9DF-FB15-434C-B442-D042EA688A80}" dt="2017-09-19T05:12:04.675" v="1123" actId="478"/>
          <ac:spMkLst>
            <pc:docMk/>
            <pc:sldMk cId="2486496670" sldId="257"/>
            <ac:spMk id="10" creationId="{8FD94F6B-EC30-40EE-B674-377841E45809}"/>
          </ac:spMkLst>
        </pc:spChg>
        <pc:spChg chg="add del mod">
          <ac:chgData name="Michael DeJesus" userId="f40d15051ff27709" providerId="LiveId" clId="{7F7CC9DF-FB15-434C-B442-D042EA688A80}" dt="2017-09-19T05:12:05.986" v="1124" actId="478"/>
          <ac:spMkLst>
            <pc:docMk/>
            <pc:sldMk cId="2486496670" sldId="257"/>
            <ac:spMk id="11" creationId="{6BB3A703-4B59-4FA1-BFEE-BCD7FB9F79B4}"/>
          </ac:spMkLst>
        </pc:spChg>
        <pc:spChg chg="add del mod">
          <ac:chgData name="Michael DeJesus" userId="f40d15051ff27709" providerId="LiveId" clId="{7F7CC9DF-FB15-434C-B442-D042EA688A80}" dt="2017-09-19T05:12:07.347" v="1125" actId="478"/>
          <ac:spMkLst>
            <pc:docMk/>
            <pc:sldMk cId="2486496670" sldId="257"/>
            <ac:spMk id="12" creationId="{B5C7100A-9B91-4BD6-8CF5-1C9C42ED8C7B}"/>
          </ac:spMkLst>
        </pc:spChg>
        <pc:spChg chg="add del mod">
          <ac:chgData name="Michael DeJesus" userId="f40d15051ff27709" providerId="LiveId" clId="{7F7CC9DF-FB15-434C-B442-D042EA688A80}" dt="2017-09-19T05:12:08.095" v="1126" actId="478"/>
          <ac:spMkLst>
            <pc:docMk/>
            <pc:sldMk cId="2486496670" sldId="257"/>
            <ac:spMk id="13" creationId="{89422064-2CE4-4A92-81BD-CFCAC2A777CC}"/>
          </ac:spMkLst>
        </pc:spChg>
        <pc:spChg chg="add mod">
          <ac:chgData name="Michael DeJesus" userId="f40d15051ff27709" providerId="LiveId" clId="{7F7CC9DF-FB15-434C-B442-D042EA688A80}" dt="2017-09-19T05:17:06.526" v="1240" actId="1076"/>
          <ac:spMkLst>
            <pc:docMk/>
            <pc:sldMk cId="2486496670" sldId="257"/>
            <ac:spMk id="16" creationId="{9FB35507-3FD8-4876-A8D7-B749348E6A22}"/>
          </ac:spMkLst>
        </pc:spChg>
        <pc:spChg chg="add mod">
          <ac:chgData name="Michael DeJesus" userId="f40d15051ff27709" providerId="LiveId" clId="{7F7CC9DF-FB15-434C-B442-D042EA688A80}" dt="2017-09-19T05:17:14.648" v="1248" actId="20577"/>
          <ac:spMkLst>
            <pc:docMk/>
            <pc:sldMk cId="2486496670" sldId="257"/>
            <ac:spMk id="19" creationId="{DA8946BF-E5EE-4FFB-99E7-083CCBBE1CF6}"/>
          </ac:spMkLst>
        </pc:spChg>
        <pc:spChg chg="add mod">
          <ac:chgData name="Michael DeJesus" userId="f40d15051ff27709" providerId="LiveId" clId="{7F7CC9DF-FB15-434C-B442-D042EA688A80}" dt="2017-09-19T05:19:22.750" v="1293" actId="1076"/>
          <ac:spMkLst>
            <pc:docMk/>
            <pc:sldMk cId="2486496670" sldId="257"/>
            <ac:spMk id="31" creationId="{805026FB-89C7-4AC9-BF2A-036DA2EC6343}"/>
          </ac:spMkLst>
        </pc:spChg>
        <pc:spChg chg="add mod">
          <ac:chgData name="Michael DeJesus" userId="f40d15051ff27709" providerId="LiveId" clId="{7F7CC9DF-FB15-434C-B442-D042EA688A80}" dt="2017-09-19T05:19:52.707" v="1322" actId="1076"/>
          <ac:spMkLst>
            <pc:docMk/>
            <pc:sldMk cId="2486496670" sldId="257"/>
            <ac:spMk id="33" creationId="{AD0C1515-571C-4A42-9B12-09740D7C50A2}"/>
          </ac:spMkLst>
        </pc:spChg>
        <pc:cxnChg chg="add mod">
          <ac:chgData name="Michael DeJesus" userId="f40d15051ff27709" providerId="LiveId" clId="{7F7CC9DF-FB15-434C-B442-D042EA688A80}" dt="2017-09-19T05:15:50.822" v="1185" actId="692"/>
          <ac:cxnSpMkLst>
            <pc:docMk/>
            <pc:sldMk cId="2486496670" sldId="257"/>
            <ac:cxnSpMk id="15" creationId="{795E572C-B5FE-4104-B3A0-B0FA8F03A321}"/>
          </ac:cxnSpMkLst>
        </pc:cxnChg>
        <pc:cxnChg chg="add mod">
          <ac:chgData name="Michael DeJesus" userId="f40d15051ff27709" providerId="LiveId" clId="{7F7CC9DF-FB15-434C-B442-D042EA688A80}" dt="2017-09-19T05:16:26.882" v="1207" actId="14100"/>
          <ac:cxnSpMkLst>
            <pc:docMk/>
            <pc:sldMk cId="2486496670" sldId="257"/>
            <ac:cxnSpMk id="17" creationId="{F88C6AFC-4789-4E55-AA89-BA8CD25C57C6}"/>
          </ac:cxnSpMkLst>
        </pc:cxnChg>
        <pc:cxnChg chg="add del mod">
          <ac:chgData name="Michael DeJesus" userId="f40d15051ff27709" providerId="LiveId" clId="{7F7CC9DF-FB15-434C-B442-D042EA688A80}" dt="2017-09-19T05:17:23.202" v="1252"/>
          <ac:cxnSpMkLst>
            <pc:docMk/>
            <pc:sldMk cId="2486496670" sldId="257"/>
            <ac:cxnSpMk id="21" creationId="{250709C4-8BD4-4C10-982D-C575228544C7}"/>
          </ac:cxnSpMkLst>
        </pc:cxnChg>
        <pc:cxnChg chg="add del mod">
          <ac:chgData name="Michael DeJesus" userId="f40d15051ff27709" providerId="LiveId" clId="{7F7CC9DF-FB15-434C-B442-D042EA688A80}" dt="2017-09-19T05:17:22.811" v="1251"/>
          <ac:cxnSpMkLst>
            <pc:docMk/>
            <pc:sldMk cId="2486496670" sldId="257"/>
            <ac:cxnSpMk id="23" creationId="{C0579232-B58F-4F1A-A375-85B8CF7FDCCC}"/>
          </ac:cxnSpMkLst>
        </pc:cxnChg>
        <pc:cxnChg chg="add mod">
          <ac:chgData name="Michael DeJesus" userId="f40d15051ff27709" providerId="LiveId" clId="{7F7CC9DF-FB15-434C-B442-D042EA688A80}" dt="2017-09-19T05:19:11.386" v="1290" actId="1076"/>
          <ac:cxnSpMkLst>
            <pc:docMk/>
            <pc:sldMk cId="2486496670" sldId="257"/>
            <ac:cxnSpMk id="25" creationId="{4E8E7DA5-402E-4918-9F6C-E591C6C43FA4}"/>
          </ac:cxnSpMkLst>
        </pc:cxnChg>
        <pc:cxnChg chg="add mod">
          <ac:chgData name="Michael DeJesus" userId="f40d15051ff27709" providerId="LiveId" clId="{7F7CC9DF-FB15-434C-B442-D042EA688A80}" dt="2017-09-19T05:19:27.858" v="1294" actId="14100"/>
          <ac:cxnSpMkLst>
            <pc:docMk/>
            <pc:sldMk cId="2486496670" sldId="257"/>
            <ac:cxnSpMk id="27" creationId="{54A28299-52DA-440A-95F2-79E2ABEE767B}"/>
          </ac:cxnSpMkLst>
        </pc:cxnChg>
      </pc:sldChg>
      <pc:sldChg chg="addSp delSp modSp add">
        <pc:chgData name="Michael DeJesus" userId="f40d15051ff27709" providerId="LiveId" clId="{7F7CC9DF-FB15-434C-B442-D042EA688A80}" dt="2017-09-19T06:02:33.398" v="2852" actId="1076"/>
        <pc:sldMkLst>
          <pc:docMk/>
          <pc:sldMk cId="4008118673" sldId="258"/>
        </pc:sldMkLst>
        <pc:spChg chg="mod">
          <ac:chgData name="Michael DeJesus" userId="f40d15051ff27709" providerId="LiveId" clId="{7F7CC9DF-FB15-434C-B442-D042EA688A80}" dt="2017-09-19T06:02:26.535" v="2851" actId="14100"/>
          <ac:spMkLst>
            <pc:docMk/>
            <pc:sldMk cId="4008118673" sldId="258"/>
            <ac:spMk id="2" creationId="{BC56D602-7AE1-4B0E-9E1A-E92911521C43}"/>
          </ac:spMkLst>
        </pc:spChg>
        <pc:spChg chg="del">
          <ac:chgData name="Michael DeJesus" userId="f40d15051ff27709" providerId="LiveId" clId="{7F7CC9DF-FB15-434C-B442-D042EA688A80}" dt="2017-09-19T05:37:04.283" v="1404" actId="478"/>
          <ac:spMkLst>
            <pc:docMk/>
            <pc:sldMk cId="4008118673" sldId="258"/>
            <ac:spMk id="3" creationId="{F6EEE0E3-F2BF-42A9-9849-77AFD16FFA6C}"/>
          </ac:spMkLst>
        </pc:spChg>
        <pc:spChg chg="add del mod">
          <ac:chgData name="Michael DeJesus" userId="f40d15051ff27709" providerId="LiveId" clId="{7F7CC9DF-FB15-434C-B442-D042EA688A80}" dt="2017-09-19T05:20:28.556" v="1325"/>
          <ac:spMkLst>
            <pc:docMk/>
            <pc:sldMk cId="4008118673" sldId="258"/>
            <ac:spMk id="4" creationId="{412FBB36-29F8-43DF-8938-D9033E8B4666}"/>
          </ac:spMkLst>
        </pc:spChg>
        <pc:spChg chg="add del mod">
          <ac:chgData name="Michael DeJesus" userId="f40d15051ff27709" providerId="LiveId" clId="{7F7CC9DF-FB15-434C-B442-D042EA688A80}" dt="2017-09-19T05:42:20.357" v="1673" actId="478"/>
          <ac:spMkLst>
            <pc:docMk/>
            <pc:sldMk cId="4008118673" sldId="258"/>
            <ac:spMk id="5" creationId="{72519253-7046-4593-82AF-8BA8168DFA48}"/>
          </ac:spMkLst>
        </pc:spChg>
        <pc:spChg chg="add mod">
          <ac:chgData name="Michael DeJesus" userId="f40d15051ff27709" providerId="LiveId" clId="{7F7CC9DF-FB15-434C-B442-D042EA688A80}" dt="2017-09-19T06:02:33.398" v="2852" actId="1076"/>
          <ac:spMkLst>
            <pc:docMk/>
            <pc:sldMk cId="4008118673" sldId="258"/>
            <ac:spMk id="6" creationId="{FFD1B770-E4A9-4EDE-8454-63EBBCC9BBAD}"/>
          </ac:spMkLst>
        </pc:spChg>
        <pc:spChg chg="del">
          <ac:chgData name="Michael DeJesus" userId="f40d15051ff27709" providerId="LiveId" clId="{7F7CC9DF-FB15-434C-B442-D042EA688A80}" dt="2017-09-19T05:36:55.306" v="1397" actId="478"/>
          <ac:spMkLst>
            <pc:docMk/>
            <pc:sldMk cId="4008118673" sldId="258"/>
            <ac:spMk id="7" creationId="{71C8588C-1386-4986-B0B5-E6E270DCCC2A}"/>
          </ac:spMkLst>
        </pc:spChg>
        <pc:spChg chg="del">
          <ac:chgData name="Michael DeJesus" userId="f40d15051ff27709" providerId="LiveId" clId="{7F7CC9DF-FB15-434C-B442-D042EA688A80}" dt="2017-09-19T05:36:59.147" v="1400" actId="478"/>
          <ac:spMkLst>
            <pc:docMk/>
            <pc:sldMk cId="4008118673" sldId="258"/>
            <ac:spMk id="8" creationId="{6EBE1722-4B7A-47D7-95BC-8BAE601255FA}"/>
          </ac:spMkLst>
        </pc:spChg>
        <pc:spChg chg="del">
          <ac:chgData name="Michael DeJesus" userId="f40d15051ff27709" providerId="LiveId" clId="{7F7CC9DF-FB15-434C-B442-D042EA688A80}" dt="2017-09-19T05:37:07.205" v="1406" actId="478"/>
          <ac:spMkLst>
            <pc:docMk/>
            <pc:sldMk cId="4008118673" sldId="258"/>
            <ac:spMk id="16" creationId="{9FB35507-3FD8-4876-A8D7-B749348E6A22}"/>
          </ac:spMkLst>
        </pc:spChg>
        <pc:spChg chg="del mod">
          <ac:chgData name="Michael DeJesus" userId="f40d15051ff27709" providerId="LiveId" clId="{7F7CC9DF-FB15-434C-B442-D042EA688A80}" dt="2017-09-19T05:37:02.284" v="1403" actId="478"/>
          <ac:spMkLst>
            <pc:docMk/>
            <pc:sldMk cId="4008118673" sldId="258"/>
            <ac:spMk id="19" creationId="{DA8946BF-E5EE-4FFB-99E7-083CCBBE1CF6}"/>
          </ac:spMkLst>
        </pc:spChg>
        <pc:spChg chg="del">
          <ac:chgData name="Michael DeJesus" userId="f40d15051ff27709" providerId="LiveId" clId="{7F7CC9DF-FB15-434C-B442-D042EA688A80}" dt="2017-09-19T05:37:04.283" v="1404" actId="478"/>
          <ac:spMkLst>
            <pc:docMk/>
            <pc:sldMk cId="4008118673" sldId="258"/>
            <ac:spMk id="31" creationId="{805026FB-89C7-4AC9-BF2A-036DA2EC6343}"/>
          </ac:spMkLst>
        </pc:spChg>
        <pc:spChg chg="del mod">
          <ac:chgData name="Michael DeJesus" userId="f40d15051ff27709" providerId="LiveId" clId="{7F7CC9DF-FB15-434C-B442-D042EA688A80}" dt="2017-09-19T05:37:04.283" v="1404" actId="478"/>
          <ac:spMkLst>
            <pc:docMk/>
            <pc:sldMk cId="4008118673" sldId="258"/>
            <ac:spMk id="33" creationId="{AD0C1515-571C-4A42-9B12-09740D7C50A2}"/>
          </ac:spMkLst>
        </pc:spChg>
        <pc:cxnChg chg="del">
          <ac:chgData name="Michael DeJesus" userId="f40d15051ff27709" providerId="LiveId" clId="{7F7CC9DF-FB15-434C-B442-D042EA688A80}" dt="2017-09-19T05:37:04.283" v="1404" actId="478"/>
          <ac:cxnSpMkLst>
            <pc:docMk/>
            <pc:sldMk cId="4008118673" sldId="258"/>
            <ac:cxnSpMk id="15" creationId="{795E572C-B5FE-4104-B3A0-B0FA8F03A321}"/>
          </ac:cxnSpMkLst>
        </pc:cxnChg>
        <pc:cxnChg chg="del">
          <ac:chgData name="Michael DeJesus" userId="f40d15051ff27709" providerId="LiveId" clId="{7F7CC9DF-FB15-434C-B442-D042EA688A80}" dt="2017-09-19T05:36:56.836" v="1398" actId="478"/>
          <ac:cxnSpMkLst>
            <pc:docMk/>
            <pc:sldMk cId="4008118673" sldId="258"/>
            <ac:cxnSpMk id="17" creationId="{F88C6AFC-4789-4E55-AA89-BA8CD25C57C6}"/>
          </ac:cxnSpMkLst>
        </pc:cxnChg>
        <pc:cxnChg chg="del">
          <ac:chgData name="Michael DeJesus" userId="f40d15051ff27709" providerId="LiveId" clId="{7F7CC9DF-FB15-434C-B442-D042EA688A80}" dt="2017-09-19T05:37:05.786" v="1405" actId="478"/>
          <ac:cxnSpMkLst>
            <pc:docMk/>
            <pc:sldMk cId="4008118673" sldId="258"/>
            <ac:cxnSpMk id="25" creationId="{4E8E7DA5-402E-4918-9F6C-E591C6C43FA4}"/>
          </ac:cxnSpMkLst>
        </pc:cxnChg>
        <pc:cxnChg chg="del">
          <ac:chgData name="Michael DeJesus" userId="f40d15051ff27709" providerId="LiveId" clId="{7F7CC9DF-FB15-434C-B442-D042EA688A80}" dt="2017-09-19T05:37:00.272" v="1401" actId="478"/>
          <ac:cxnSpMkLst>
            <pc:docMk/>
            <pc:sldMk cId="4008118673" sldId="258"/>
            <ac:cxnSpMk id="27" creationId="{54A28299-52DA-440A-95F2-79E2ABEE767B}"/>
          </ac:cxnSpMkLst>
        </pc:cxnChg>
      </pc:sldChg>
      <pc:sldChg chg="addSp delSp modSp add">
        <pc:chgData name="Michael DeJesus" userId="f40d15051ff27709" providerId="LiveId" clId="{7F7CC9DF-FB15-434C-B442-D042EA688A80}" dt="2017-09-19T05:55:11.483" v="2692" actId="1076"/>
        <pc:sldMkLst>
          <pc:docMk/>
          <pc:sldMk cId="777353816" sldId="259"/>
        </pc:sldMkLst>
        <pc:spChg chg="mod">
          <ac:chgData name="Michael DeJesus" userId="f40d15051ff27709" providerId="LiveId" clId="{7F7CC9DF-FB15-434C-B442-D042EA688A80}" dt="2017-09-19T05:51:29.340" v="2550" actId="20577"/>
          <ac:spMkLst>
            <pc:docMk/>
            <pc:sldMk cId="777353816" sldId="259"/>
            <ac:spMk id="2" creationId="{BC56D602-7AE1-4B0E-9E1A-E92911521C43}"/>
          </ac:spMkLst>
        </pc:spChg>
        <pc:spChg chg="del">
          <ac:chgData name="Michael DeJesus" userId="f40d15051ff27709" providerId="LiveId" clId="{7F7CC9DF-FB15-434C-B442-D042EA688A80}" dt="2017-09-19T05:50:55.122" v="2396" actId="478"/>
          <ac:spMkLst>
            <pc:docMk/>
            <pc:sldMk cId="777353816" sldId="259"/>
            <ac:spMk id="6" creationId="{FFD1B770-E4A9-4EDE-8454-63EBBCC9BBAD}"/>
          </ac:spMkLst>
        </pc:spChg>
        <pc:spChg chg="add mod">
          <ac:chgData name="Michael DeJesus" userId="f40d15051ff27709" providerId="LiveId" clId="{7F7CC9DF-FB15-434C-B442-D042EA688A80}" dt="2017-09-19T05:55:11.483" v="2692" actId="1076"/>
          <ac:spMkLst>
            <pc:docMk/>
            <pc:sldMk cId="777353816" sldId="259"/>
            <ac:spMk id="12" creationId="{C835E83C-7BF8-4152-A6AB-15F2D5E7446B}"/>
          </ac:spMkLst>
        </pc:spChg>
        <pc:picChg chg="add mod">
          <ac:chgData name="Michael DeJesus" userId="f40d15051ff27709" providerId="LiveId" clId="{7F7CC9DF-FB15-434C-B442-D042EA688A80}" dt="2017-09-19T05:53:40.294" v="2600" actId="1076"/>
          <ac:picMkLst>
            <pc:docMk/>
            <pc:sldMk cId="777353816" sldId="259"/>
            <ac:picMk id="4" creationId="{369D2CDB-70DA-462E-98F9-67D44BF713CC}"/>
          </ac:picMkLst>
        </pc:picChg>
        <pc:picChg chg="add mod">
          <ac:chgData name="Michael DeJesus" userId="f40d15051ff27709" providerId="LiveId" clId="{7F7CC9DF-FB15-434C-B442-D042EA688A80}" dt="2017-09-19T05:53:37.959" v="2599" actId="1076"/>
          <ac:picMkLst>
            <pc:docMk/>
            <pc:sldMk cId="777353816" sldId="259"/>
            <ac:picMk id="7" creationId="{B2670A96-B526-47A9-A5AD-5D0AC6BF3683}"/>
          </ac:picMkLst>
        </pc:picChg>
        <pc:picChg chg="add mod">
          <ac:chgData name="Michael DeJesus" userId="f40d15051ff27709" providerId="LiveId" clId="{7F7CC9DF-FB15-434C-B442-D042EA688A80}" dt="2017-09-19T05:53:34.932" v="2597" actId="1035"/>
          <ac:picMkLst>
            <pc:docMk/>
            <pc:sldMk cId="777353816" sldId="259"/>
            <ac:picMk id="9" creationId="{AD87FAF0-9A0C-45D6-A45D-48506D577A19}"/>
          </ac:picMkLst>
        </pc:picChg>
        <pc:picChg chg="add del mod">
          <ac:chgData name="Michael DeJesus" userId="f40d15051ff27709" providerId="LiveId" clId="{7F7CC9DF-FB15-434C-B442-D042EA688A80}" dt="2017-09-19T05:52:21.540" v="2562" actId="478"/>
          <ac:picMkLst>
            <pc:docMk/>
            <pc:sldMk cId="777353816" sldId="259"/>
            <ac:picMk id="11" creationId="{AF5C62EF-F1ED-4374-BB4F-D569563D5316}"/>
          </ac:picMkLst>
        </pc:picChg>
      </pc:sldChg>
      <pc:sldChg chg="addSp modSp add">
        <pc:chgData name="Michael DeJesus" userId="f40d15051ff27709" providerId="LiveId" clId="{7F7CC9DF-FB15-434C-B442-D042EA688A80}" dt="2017-09-19T06:00:08.915" v="2707" actId="14100"/>
        <pc:sldMkLst>
          <pc:docMk/>
          <pc:sldMk cId="3457106196" sldId="260"/>
        </pc:sldMkLst>
        <pc:spChg chg="add mod">
          <ac:chgData name="Michael DeJesus" userId="f40d15051ff27709" providerId="LiveId" clId="{7F7CC9DF-FB15-434C-B442-D042EA688A80}" dt="2017-09-19T05:59:46.991" v="2701" actId="6549"/>
          <ac:spMkLst>
            <pc:docMk/>
            <pc:sldMk cId="3457106196" sldId="260"/>
            <ac:spMk id="2" creationId="{A964A9E8-3D24-44BD-AE4A-03C579349D67}"/>
          </ac:spMkLst>
        </pc:spChg>
        <pc:picChg chg="add mod">
          <ac:chgData name="Michael DeJesus" userId="f40d15051ff27709" providerId="LiveId" clId="{7F7CC9DF-FB15-434C-B442-D042EA688A80}" dt="2017-09-19T06:00:08.915" v="2707" actId="14100"/>
          <ac:picMkLst>
            <pc:docMk/>
            <pc:sldMk cId="3457106196" sldId="260"/>
            <ac:picMk id="4" creationId="{C478CC35-46D6-4E1E-9D31-32C49B9108D6}"/>
          </ac:picMkLst>
        </pc:picChg>
      </pc:sldChg>
      <pc:sldChg chg="addSp modSp add">
        <pc:chgData name="Michael DeJesus" userId="f40d15051ff27709" providerId="LiveId" clId="{7F7CC9DF-FB15-434C-B442-D042EA688A80}" dt="2017-09-19T05:55:55.034" v="2699" actId="1076"/>
        <pc:sldMkLst>
          <pc:docMk/>
          <pc:sldMk cId="983717560" sldId="261"/>
        </pc:sldMkLst>
        <pc:spChg chg="add mod">
          <ac:chgData name="Michael DeJesus" userId="f40d15051ff27709" providerId="LiveId" clId="{7F7CC9DF-FB15-434C-B442-D042EA688A80}" dt="2017-09-19T05:55:51.260" v="2698" actId="5793"/>
          <ac:spMkLst>
            <pc:docMk/>
            <pc:sldMk cId="983717560" sldId="261"/>
            <ac:spMk id="4" creationId="{CB846629-A1B0-46B9-B85A-F457F20AC4DD}"/>
          </ac:spMkLst>
        </pc:spChg>
        <pc:picChg chg="add mod">
          <ac:chgData name="Michael DeJesus" userId="f40d15051ff27709" providerId="LiveId" clId="{7F7CC9DF-FB15-434C-B442-D042EA688A80}" dt="2017-09-19T05:55:55.034" v="2699" actId="1076"/>
          <ac:picMkLst>
            <pc:docMk/>
            <pc:sldMk cId="983717560" sldId="261"/>
            <ac:picMk id="3" creationId="{08166443-98AF-4C6C-8C7D-565B23799AF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9A58A-C48C-4A53-A7EA-0B93EDE5F2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55F512-94D9-48FE-A232-696652BAD6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EC7A9-B4CB-43DF-91A0-A05BAA2AF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D112A-FD25-4326-9FBD-C1B6FBB73800}" type="datetimeFigureOut">
              <a:rPr lang="en-US" smtClean="0"/>
              <a:t>9/19/2017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92B24A-FDE0-480B-BA77-8BDF4EE5E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BDA734-B1D0-480C-B1E5-861ED1E80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CB2A3-41B6-44D0-8FEA-FCBE142035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829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E8326-AFB2-4CF9-A9C0-31C6C64B7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831F7-27B6-4D31-B953-8B8E1799DC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3830E9-E5E4-4B14-879A-0CB4D602A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D112A-FD25-4326-9FBD-C1B6FBB73800}" type="datetimeFigureOut">
              <a:rPr lang="en-US" smtClean="0"/>
              <a:t>9/19/2017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DC9A5-40F1-4BEA-942E-CE93BEFD4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350F2-8A7C-4C55-BFC9-53D9B372D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CB2A3-41B6-44D0-8FEA-FCBE142035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544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F3229-80A3-4FF5-8132-21BD94029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207E9E-1378-489F-8EA1-A6C2848F7D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0D61F6-259F-40E6-B7A1-38526EB08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D112A-FD25-4326-9FBD-C1B6FBB73800}" type="datetimeFigureOut">
              <a:rPr lang="en-US" smtClean="0"/>
              <a:t>9/19/2017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26314-71AE-48D9-90DA-8D75B9650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BA8AE7-CBA0-4395-B656-D16EC688A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CB2A3-41B6-44D0-8FEA-FCBE142035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465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48F60-D252-4877-B5B3-FE0CBB50B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F662C-C4CC-4F8A-B459-C5354EA13D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FD50DE-B3B5-45AC-8D36-008AE28744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E74FF4-6AB4-461E-A283-B8EAA41BE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D112A-FD25-4326-9FBD-C1B6FBB73800}" type="datetimeFigureOut">
              <a:rPr lang="en-US" smtClean="0"/>
              <a:t>9/19/2017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2F15FB-B5A5-437C-9FEC-109710824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4D8765-7AFB-4B09-ACFF-9D92175C9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CB2A3-41B6-44D0-8FEA-FCBE142035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385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C907A-82E8-47D6-9FE8-10ED9C9D2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20F9E4-F8F6-4940-AE04-1367B0444A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DB7081-D2AB-4723-9778-F05F587C2F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7297E5-BCBB-4CF6-8441-21E8EAB984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51C406-8D81-4CC0-8373-4E1DFA65B1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1CCC55-31AD-482C-9605-52321C894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D112A-FD25-4326-9FBD-C1B6FBB73800}" type="datetimeFigureOut">
              <a:rPr lang="en-US" smtClean="0"/>
              <a:t>9/19/2017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66A741-C712-4036-9074-F343B30AE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EBEC45-1D15-434E-A892-2344DE7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CB2A3-41B6-44D0-8FEA-FCBE142035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561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EA0A2-D34F-4963-B2AC-A98134629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980040-A70F-4BBA-B271-7158B47FC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D112A-FD25-4326-9FBD-C1B6FBB73800}" type="datetimeFigureOut">
              <a:rPr lang="en-US" smtClean="0"/>
              <a:t>9/19/2017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D69D98-9D98-478E-BDD3-EEDA5E9EE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AF74B3-FB07-47C6-99F5-471A3711A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CB2A3-41B6-44D0-8FEA-FCBE142035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605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93A209-6EE6-4AA2-B452-6EA2DFB01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D112A-FD25-4326-9FBD-C1B6FBB73800}" type="datetimeFigureOut">
              <a:rPr lang="en-US" smtClean="0"/>
              <a:t>9/19/2017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34940D-3EBF-4485-9A6F-83338712F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C47C27-CEEF-4B3E-83D4-015DECD94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CB2A3-41B6-44D0-8FEA-FCBE142035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666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7D677-E6C2-4B43-96DE-C30656B48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C9CBC-0752-45A4-B52F-06B92AA3DC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5272D1-161E-4D18-9D94-8627D70678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6AEF20-8BFE-4475-AA93-92CD87737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D112A-FD25-4326-9FBD-C1B6FBB73800}" type="datetimeFigureOut">
              <a:rPr lang="en-US" smtClean="0"/>
              <a:t>9/19/2017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DAD86B-B15A-4DD2-822A-44D9982DD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679FB5-CFE3-447E-A8DC-CFAD12ED7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CB2A3-41B6-44D0-8FEA-FCBE142035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147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48E7B-966C-41ED-8C13-835300D3F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10D52C-6053-4A36-9E82-F63ADF7DFB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357208-355F-4328-96BA-F570D0B52E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6B7EAB-EDAE-4D47-94CF-20C3D0EA8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D112A-FD25-4326-9FBD-C1B6FBB73800}" type="datetimeFigureOut">
              <a:rPr lang="en-US" smtClean="0"/>
              <a:t>9/19/2017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A33F75-1315-439C-AAB4-28D22042E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5B61F3-6B31-48D7-9B67-8BB19EA15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CB2A3-41B6-44D0-8FEA-FCBE142035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009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48BDE-D264-4A93-868D-5FE4769F0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19E115-C6EF-4F72-BDFD-D5F31319B3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F7B59A-8B0B-4BE2-B362-969B37611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D112A-FD25-4326-9FBD-C1B6FBB73800}" type="datetimeFigureOut">
              <a:rPr lang="en-US" smtClean="0"/>
              <a:t>9/19/2017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EB0474-4420-465C-BC8A-BCC19BA1C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663639-FA15-4CB4-88A9-26A9E60C2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CB2A3-41B6-44D0-8FEA-FCBE142035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046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59EA4C-BA27-4670-97DE-F166599180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34641F-973A-4DDD-A3EE-0081C746FE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4373-F243-45D8-BEBA-BC4379B14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D112A-FD25-4326-9FBD-C1B6FBB73800}" type="datetimeFigureOut">
              <a:rPr lang="en-US" smtClean="0"/>
              <a:t>9/19/2017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5A528F-B159-484A-9189-CB4B413CD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BC249-1FA7-4138-93A1-42AC2C439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CB2A3-41B6-44D0-8FEA-FCBE142035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941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EF1988-E854-42EF-BA03-C53D6F40B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15143D-B17C-4D82-94B8-609228B55D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236F4C-A797-4331-BB86-9057C5F515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8D112A-FD25-4326-9FBD-C1B6FBB73800}" type="datetimeFigureOut">
              <a:rPr lang="en-US" smtClean="0"/>
              <a:t>9/19/2017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FC9BA-B8AB-4F5D-B6B1-EB2899219E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E0EC3A-50FE-4DC7-A08F-4417675423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DCB2A3-41B6-44D0-8FEA-FCBE142035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60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ad-lab.org/presentations/" TargetMode="External"/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F759F41-9CA1-4AFC-8DE6-C8F8CA0981F6}"/>
              </a:ext>
            </a:extLst>
          </p:cNvPr>
          <p:cNvSpPr txBox="1"/>
          <p:nvPr/>
        </p:nvSpPr>
        <p:spPr>
          <a:xfrm>
            <a:off x="1484851" y="268448"/>
            <a:ext cx="9513115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/>
              <a:t>Quick Recap</a:t>
            </a:r>
            <a:r>
              <a:rPr lang="en-US" sz="4400" b="1" dirty="0"/>
              <a:t>: </a:t>
            </a:r>
            <a:r>
              <a:rPr lang="en-US" sz="4800" b="1" dirty="0"/>
              <a:t>Hill-Climbing</a:t>
            </a:r>
            <a:r>
              <a:rPr lang="en-US" sz="2800" b="1" dirty="0"/>
              <a:t>: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2800" b="1" dirty="0"/>
              <a:t>Idea: </a:t>
            </a:r>
            <a:r>
              <a:rPr lang="en-US" sz="2800" dirty="0"/>
              <a:t>Always follow the best neighbor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2800" b="1" dirty="0"/>
              <a:t>Pros: </a:t>
            </a:r>
            <a:r>
              <a:rPr lang="en-US" sz="2800" dirty="0"/>
              <a:t>Easy to implement; performs well in convex spaces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2800" b="1" dirty="0"/>
              <a:t>Cons: </a:t>
            </a:r>
            <a:r>
              <a:rPr lang="en-US" sz="2800" dirty="0"/>
              <a:t>Gets stuck in local-maximum; lost in plateaus; ridges </a:t>
            </a:r>
          </a:p>
          <a:p>
            <a:pPr lvl="1"/>
            <a:endParaRPr lang="en-US" sz="2800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4121E37-3C2F-417C-9AB4-29E56B00FA88}"/>
              </a:ext>
            </a:extLst>
          </p:cNvPr>
          <p:cNvSpPr/>
          <p:nvPr/>
        </p:nvSpPr>
        <p:spPr>
          <a:xfrm>
            <a:off x="2114026" y="3137483"/>
            <a:ext cx="4949503" cy="3800211"/>
          </a:xfrm>
          <a:prstGeom prst="ellipse">
            <a:avLst/>
          </a:prstGeom>
          <a:solidFill>
            <a:srgbClr val="FFC00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5D65AE6-9B0C-42CA-A666-711A2A20935B}"/>
              </a:ext>
            </a:extLst>
          </p:cNvPr>
          <p:cNvSpPr/>
          <p:nvPr/>
        </p:nvSpPr>
        <p:spPr>
          <a:xfrm>
            <a:off x="2613855" y="3973558"/>
            <a:ext cx="2072081" cy="2306972"/>
          </a:xfrm>
          <a:prstGeom prst="ellipse">
            <a:avLst/>
          </a:prstGeom>
          <a:gradFill>
            <a:gsLst>
              <a:gs pos="0">
                <a:srgbClr val="FF6565"/>
              </a:gs>
              <a:gs pos="38936">
                <a:srgbClr val="FB790D"/>
              </a:gs>
              <a:gs pos="21000">
                <a:srgbClr val="FB790D"/>
              </a:gs>
              <a:gs pos="60186">
                <a:srgbClr val="E1A309"/>
              </a:gs>
              <a:gs pos="100000">
                <a:srgbClr val="FFFF00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D5568EA-10B0-4ACA-AB12-D2ADED17B8E1}"/>
              </a:ext>
            </a:extLst>
          </p:cNvPr>
          <p:cNvSpPr/>
          <p:nvPr/>
        </p:nvSpPr>
        <p:spPr>
          <a:xfrm rot="19666805">
            <a:off x="4643305" y="3525618"/>
            <a:ext cx="2248251" cy="2743200"/>
          </a:xfrm>
          <a:prstGeom prst="ellipse">
            <a:avLst/>
          </a:prstGeom>
          <a:gradFill flip="none" rotWithShape="1">
            <a:gsLst>
              <a:gs pos="0">
                <a:srgbClr val="FF0000"/>
              </a:gs>
              <a:gs pos="38936">
                <a:srgbClr val="FB790D"/>
              </a:gs>
              <a:gs pos="21000">
                <a:srgbClr val="FF3300"/>
              </a:gs>
              <a:gs pos="60186">
                <a:srgbClr val="E1A309"/>
              </a:gs>
              <a:gs pos="100000">
                <a:srgbClr val="FFFF0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35C3E57-DED6-4CE3-AF08-CFE012F99AF6}"/>
              </a:ext>
            </a:extLst>
          </p:cNvPr>
          <p:cNvCxnSpPr>
            <a:cxnSpLocks/>
          </p:cNvCxnSpPr>
          <p:nvPr/>
        </p:nvCxnSpPr>
        <p:spPr>
          <a:xfrm flipV="1">
            <a:off x="1856792" y="5127044"/>
            <a:ext cx="1672772" cy="238058"/>
          </a:xfrm>
          <a:prstGeom prst="straightConnector1">
            <a:avLst/>
          </a:prstGeom>
          <a:ln w="53975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FA918E3-811D-4DE3-8663-4C3D8E297AF1}"/>
              </a:ext>
            </a:extLst>
          </p:cNvPr>
          <p:cNvSpPr txBox="1"/>
          <p:nvPr/>
        </p:nvSpPr>
        <p:spPr>
          <a:xfrm>
            <a:off x="213777" y="5180436"/>
            <a:ext cx="1682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Local-Maximum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E3EFF0C-8995-4FA1-80F1-4B8BE7A9CFBB}"/>
              </a:ext>
            </a:extLst>
          </p:cNvPr>
          <p:cNvCxnSpPr>
            <a:cxnSpLocks/>
          </p:cNvCxnSpPr>
          <p:nvPr/>
        </p:nvCxnSpPr>
        <p:spPr>
          <a:xfrm flipH="1">
            <a:off x="5878286" y="4621349"/>
            <a:ext cx="2449019" cy="275869"/>
          </a:xfrm>
          <a:prstGeom prst="straightConnector1">
            <a:avLst/>
          </a:prstGeom>
          <a:ln w="53975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E6C6F3D-3A6E-4A91-B6D9-5A424FA47AFC}"/>
              </a:ext>
            </a:extLst>
          </p:cNvPr>
          <p:cNvSpPr txBox="1"/>
          <p:nvPr/>
        </p:nvSpPr>
        <p:spPr>
          <a:xfrm>
            <a:off x="8382536" y="4389951"/>
            <a:ext cx="18095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Global-Maximum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A002CD4-3866-44E5-A707-48F3E915C8AB}"/>
              </a:ext>
            </a:extLst>
          </p:cNvPr>
          <p:cNvCxnSpPr>
            <a:cxnSpLocks/>
          </p:cNvCxnSpPr>
          <p:nvPr/>
        </p:nvCxnSpPr>
        <p:spPr>
          <a:xfrm>
            <a:off x="4378324" y="3683645"/>
            <a:ext cx="457200" cy="2230017"/>
          </a:xfrm>
          <a:prstGeom prst="line">
            <a:avLst/>
          </a:prstGeom>
          <a:ln w="254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79289CA-9626-462F-A191-E057846E4B12}"/>
              </a:ext>
            </a:extLst>
          </p:cNvPr>
          <p:cNvCxnSpPr>
            <a:cxnSpLocks/>
          </p:cNvCxnSpPr>
          <p:nvPr/>
        </p:nvCxnSpPr>
        <p:spPr>
          <a:xfrm flipH="1" flipV="1">
            <a:off x="4964141" y="5887591"/>
            <a:ext cx="2356622" cy="233291"/>
          </a:xfrm>
          <a:prstGeom prst="straightConnector1">
            <a:avLst/>
          </a:prstGeom>
          <a:ln w="53975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Arc 14">
            <a:extLst>
              <a:ext uri="{FF2B5EF4-FFF2-40B4-BE49-F238E27FC236}">
                <a16:creationId xmlns:a16="http://schemas.microsoft.com/office/drawing/2014/main" id="{B782996A-C5D4-4D60-8CB2-F8B88CF0866F}"/>
              </a:ext>
            </a:extLst>
          </p:cNvPr>
          <p:cNvSpPr/>
          <p:nvPr/>
        </p:nvSpPr>
        <p:spPr>
          <a:xfrm flipV="1">
            <a:off x="3905382" y="4832061"/>
            <a:ext cx="1352939" cy="809562"/>
          </a:xfrm>
          <a:prstGeom prst="arc">
            <a:avLst>
              <a:gd name="adj1" fmla="val 14098087"/>
              <a:gd name="adj2" fmla="val 20401011"/>
            </a:avLst>
          </a:prstGeom>
          <a:ln w="34925"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B8FD221-FAB5-4075-977F-08676333E8BF}"/>
              </a:ext>
            </a:extLst>
          </p:cNvPr>
          <p:cNvSpPr txBox="1"/>
          <p:nvPr/>
        </p:nvSpPr>
        <p:spPr>
          <a:xfrm>
            <a:off x="7320763" y="5997518"/>
            <a:ext cx="737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Valley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46CB56C-6C90-4CD4-B6BF-88AFB52D99F1}"/>
              </a:ext>
            </a:extLst>
          </p:cNvPr>
          <p:cNvCxnSpPr/>
          <p:nvPr/>
        </p:nvCxnSpPr>
        <p:spPr>
          <a:xfrm flipH="1" flipV="1">
            <a:off x="4231719" y="5252594"/>
            <a:ext cx="293210" cy="95012"/>
          </a:xfrm>
          <a:prstGeom prst="line">
            <a:avLst/>
          </a:prstGeom>
          <a:ln w="28575"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5D6FC70-3998-4DA9-9B83-6E60AF10E983}"/>
              </a:ext>
            </a:extLst>
          </p:cNvPr>
          <p:cNvCxnSpPr>
            <a:cxnSpLocks/>
          </p:cNvCxnSpPr>
          <p:nvPr/>
        </p:nvCxnSpPr>
        <p:spPr>
          <a:xfrm flipH="1" flipV="1">
            <a:off x="4024671" y="5037588"/>
            <a:ext cx="196323" cy="205619"/>
          </a:xfrm>
          <a:prstGeom prst="line">
            <a:avLst/>
          </a:prstGeom>
          <a:ln w="28575"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41EE34D-73FA-4919-B170-FE54D26EDAA2}"/>
              </a:ext>
            </a:extLst>
          </p:cNvPr>
          <p:cNvCxnSpPr>
            <a:cxnSpLocks/>
          </p:cNvCxnSpPr>
          <p:nvPr/>
        </p:nvCxnSpPr>
        <p:spPr>
          <a:xfrm flipH="1" flipV="1">
            <a:off x="3767437" y="4897218"/>
            <a:ext cx="251807" cy="146892"/>
          </a:xfrm>
          <a:prstGeom prst="line">
            <a:avLst/>
          </a:prstGeom>
          <a:ln w="28575"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EA6CE67-0DDC-4E45-8C6B-AF50D330ED74}"/>
              </a:ext>
            </a:extLst>
          </p:cNvPr>
          <p:cNvCxnSpPr>
            <a:cxnSpLocks/>
          </p:cNvCxnSpPr>
          <p:nvPr/>
        </p:nvCxnSpPr>
        <p:spPr>
          <a:xfrm flipH="1">
            <a:off x="3529564" y="4895189"/>
            <a:ext cx="237874" cy="13453"/>
          </a:xfrm>
          <a:prstGeom prst="line">
            <a:avLst/>
          </a:prstGeom>
          <a:ln w="28575"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8AB4C5C-C0D4-4282-A338-5B74F0720CAA}"/>
              </a:ext>
            </a:extLst>
          </p:cNvPr>
          <p:cNvCxnSpPr>
            <a:cxnSpLocks/>
          </p:cNvCxnSpPr>
          <p:nvPr/>
        </p:nvCxnSpPr>
        <p:spPr>
          <a:xfrm>
            <a:off x="3529564" y="4908642"/>
            <a:ext cx="80543" cy="231755"/>
          </a:xfrm>
          <a:prstGeom prst="line">
            <a:avLst/>
          </a:prstGeom>
          <a:ln w="28575"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205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F759F41-9CA1-4AFC-8DE6-C8F8CA0981F6}"/>
              </a:ext>
            </a:extLst>
          </p:cNvPr>
          <p:cNvSpPr txBox="1"/>
          <p:nvPr/>
        </p:nvSpPr>
        <p:spPr>
          <a:xfrm>
            <a:off x="1484851" y="268448"/>
            <a:ext cx="10707149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/>
              <a:t>Quick Recap: Beam-Search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2800" b="1" dirty="0"/>
              <a:t>Idea: </a:t>
            </a:r>
            <a:r>
              <a:rPr lang="en-US" sz="2800" dirty="0"/>
              <a:t>Keep track of N-</a:t>
            </a:r>
            <a:r>
              <a:rPr lang="en-US" sz="2800" dirty="0" err="1"/>
              <a:t>th</a:t>
            </a:r>
            <a:r>
              <a:rPr lang="en-US" sz="2800" dirty="0"/>
              <a:t> good-looking neighbors; expand them to see if they lead somewhere better.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2800" b="1" dirty="0"/>
              <a:t>Pros: </a:t>
            </a:r>
            <a:r>
              <a:rPr lang="en-US" sz="2800" dirty="0"/>
              <a:t>Has “memory”, can backtrack a little to overcome HC limitation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2800" b="1" dirty="0"/>
              <a:t>Cons: </a:t>
            </a:r>
            <a:r>
              <a:rPr lang="en-US" sz="2800" dirty="0"/>
              <a:t>Ability to overcome local-maxima is limited; Memory.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779141E-ED42-4BEB-AA8C-5B61D4470E2A}"/>
              </a:ext>
            </a:extLst>
          </p:cNvPr>
          <p:cNvSpPr/>
          <p:nvPr/>
        </p:nvSpPr>
        <p:spPr>
          <a:xfrm>
            <a:off x="2114026" y="3137483"/>
            <a:ext cx="4949503" cy="3800211"/>
          </a:xfrm>
          <a:prstGeom prst="ellipse">
            <a:avLst/>
          </a:prstGeom>
          <a:solidFill>
            <a:srgbClr val="FFC00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7164EC5-29A6-470F-A011-1B3ED4082FCC}"/>
              </a:ext>
            </a:extLst>
          </p:cNvPr>
          <p:cNvSpPr/>
          <p:nvPr/>
        </p:nvSpPr>
        <p:spPr>
          <a:xfrm>
            <a:off x="2613855" y="3973558"/>
            <a:ext cx="2072081" cy="2306972"/>
          </a:xfrm>
          <a:prstGeom prst="ellipse">
            <a:avLst/>
          </a:prstGeom>
          <a:gradFill>
            <a:gsLst>
              <a:gs pos="0">
                <a:srgbClr val="FF6565"/>
              </a:gs>
              <a:gs pos="38936">
                <a:srgbClr val="FB790D"/>
              </a:gs>
              <a:gs pos="21000">
                <a:srgbClr val="FB790D"/>
              </a:gs>
              <a:gs pos="60186">
                <a:srgbClr val="E1A309"/>
              </a:gs>
              <a:gs pos="100000">
                <a:srgbClr val="FFFF00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6B8EFDC-5A09-4357-82BF-A54E440E1F89}"/>
              </a:ext>
            </a:extLst>
          </p:cNvPr>
          <p:cNvSpPr/>
          <p:nvPr/>
        </p:nvSpPr>
        <p:spPr>
          <a:xfrm rot="19666805">
            <a:off x="4643305" y="3525618"/>
            <a:ext cx="2248251" cy="2743200"/>
          </a:xfrm>
          <a:prstGeom prst="ellipse">
            <a:avLst/>
          </a:prstGeom>
          <a:gradFill flip="none" rotWithShape="1">
            <a:gsLst>
              <a:gs pos="0">
                <a:srgbClr val="FF0000"/>
              </a:gs>
              <a:gs pos="38936">
                <a:srgbClr val="FB790D"/>
              </a:gs>
              <a:gs pos="21000">
                <a:srgbClr val="FF3300"/>
              </a:gs>
              <a:gs pos="60186">
                <a:srgbClr val="E1A309"/>
              </a:gs>
              <a:gs pos="100000">
                <a:srgbClr val="FFFF0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FE85240-1A3C-4748-86B6-F19C3024CD90}"/>
              </a:ext>
            </a:extLst>
          </p:cNvPr>
          <p:cNvSpPr txBox="1"/>
          <p:nvPr/>
        </p:nvSpPr>
        <p:spPr>
          <a:xfrm>
            <a:off x="213777" y="5180436"/>
            <a:ext cx="1682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Local-Maximum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A55D31E-11A2-44F8-88E1-BB6874DB6CB2}"/>
              </a:ext>
            </a:extLst>
          </p:cNvPr>
          <p:cNvCxnSpPr>
            <a:cxnSpLocks/>
          </p:cNvCxnSpPr>
          <p:nvPr/>
        </p:nvCxnSpPr>
        <p:spPr>
          <a:xfrm flipH="1">
            <a:off x="5878286" y="4621349"/>
            <a:ext cx="2449019" cy="275869"/>
          </a:xfrm>
          <a:prstGeom prst="straightConnector1">
            <a:avLst/>
          </a:prstGeom>
          <a:ln w="53975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3914EDD-F45F-4092-A400-5E9D6BD21FA7}"/>
              </a:ext>
            </a:extLst>
          </p:cNvPr>
          <p:cNvSpPr txBox="1"/>
          <p:nvPr/>
        </p:nvSpPr>
        <p:spPr>
          <a:xfrm>
            <a:off x="8382536" y="4389951"/>
            <a:ext cx="18095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Global-Maximum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F24D02E-E01D-4007-8E04-9BEF473455DB}"/>
              </a:ext>
            </a:extLst>
          </p:cNvPr>
          <p:cNvCxnSpPr>
            <a:cxnSpLocks/>
          </p:cNvCxnSpPr>
          <p:nvPr/>
        </p:nvCxnSpPr>
        <p:spPr>
          <a:xfrm>
            <a:off x="4378324" y="3683645"/>
            <a:ext cx="457200" cy="2230017"/>
          </a:xfrm>
          <a:prstGeom prst="line">
            <a:avLst/>
          </a:prstGeom>
          <a:ln w="254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CAEDE49-39FB-4A56-91C7-CBE79E2844D4}"/>
              </a:ext>
            </a:extLst>
          </p:cNvPr>
          <p:cNvCxnSpPr>
            <a:cxnSpLocks/>
          </p:cNvCxnSpPr>
          <p:nvPr/>
        </p:nvCxnSpPr>
        <p:spPr>
          <a:xfrm flipH="1" flipV="1">
            <a:off x="4964141" y="5887591"/>
            <a:ext cx="2356622" cy="233291"/>
          </a:xfrm>
          <a:prstGeom prst="straightConnector1">
            <a:avLst/>
          </a:prstGeom>
          <a:ln w="53975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Arc 26">
            <a:extLst>
              <a:ext uri="{FF2B5EF4-FFF2-40B4-BE49-F238E27FC236}">
                <a16:creationId xmlns:a16="http://schemas.microsoft.com/office/drawing/2014/main" id="{9AB250AD-81F2-4693-8907-9814535ABBCC}"/>
              </a:ext>
            </a:extLst>
          </p:cNvPr>
          <p:cNvSpPr/>
          <p:nvPr/>
        </p:nvSpPr>
        <p:spPr>
          <a:xfrm flipV="1">
            <a:off x="3905382" y="4832061"/>
            <a:ext cx="1352939" cy="809562"/>
          </a:xfrm>
          <a:prstGeom prst="arc">
            <a:avLst>
              <a:gd name="adj1" fmla="val 14098087"/>
              <a:gd name="adj2" fmla="val 20401011"/>
            </a:avLst>
          </a:prstGeom>
          <a:ln w="34925"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9B1BB6C-D604-402F-8380-2796A4DB1A2F}"/>
              </a:ext>
            </a:extLst>
          </p:cNvPr>
          <p:cNvSpPr txBox="1"/>
          <p:nvPr/>
        </p:nvSpPr>
        <p:spPr>
          <a:xfrm>
            <a:off x="7320763" y="5997518"/>
            <a:ext cx="737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Valley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87D6488-908C-49AC-A6C4-BB6270C9BF08}"/>
              </a:ext>
            </a:extLst>
          </p:cNvPr>
          <p:cNvCxnSpPr/>
          <p:nvPr/>
        </p:nvCxnSpPr>
        <p:spPr>
          <a:xfrm flipH="1" flipV="1">
            <a:off x="4231719" y="5252594"/>
            <a:ext cx="293210" cy="95012"/>
          </a:xfrm>
          <a:prstGeom prst="line">
            <a:avLst/>
          </a:prstGeom>
          <a:ln w="28575"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4EC47E5-E005-4A81-8851-C3D946A6016A}"/>
              </a:ext>
            </a:extLst>
          </p:cNvPr>
          <p:cNvCxnSpPr>
            <a:cxnSpLocks/>
          </p:cNvCxnSpPr>
          <p:nvPr/>
        </p:nvCxnSpPr>
        <p:spPr>
          <a:xfrm flipH="1" flipV="1">
            <a:off x="4024671" y="5037588"/>
            <a:ext cx="196323" cy="205619"/>
          </a:xfrm>
          <a:prstGeom prst="line">
            <a:avLst/>
          </a:prstGeom>
          <a:ln w="28575"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5DAF0E7-70BF-47BC-B9BA-13AB1A115F36}"/>
              </a:ext>
            </a:extLst>
          </p:cNvPr>
          <p:cNvCxnSpPr>
            <a:cxnSpLocks/>
          </p:cNvCxnSpPr>
          <p:nvPr/>
        </p:nvCxnSpPr>
        <p:spPr>
          <a:xfrm flipH="1" flipV="1">
            <a:off x="3767437" y="4897218"/>
            <a:ext cx="251807" cy="146892"/>
          </a:xfrm>
          <a:prstGeom prst="line">
            <a:avLst/>
          </a:prstGeom>
          <a:ln w="28575"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80EF372-4983-43D0-BA77-4780DA7428CB}"/>
              </a:ext>
            </a:extLst>
          </p:cNvPr>
          <p:cNvCxnSpPr>
            <a:cxnSpLocks/>
          </p:cNvCxnSpPr>
          <p:nvPr/>
        </p:nvCxnSpPr>
        <p:spPr>
          <a:xfrm flipH="1">
            <a:off x="3529564" y="4895189"/>
            <a:ext cx="237874" cy="13453"/>
          </a:xfrm>
          <a:prstGeom prst="line">
            <a:avLst/>
          </a:prstGeom>
          <a:ln w="28575"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3E7F75A-A1C0-4A07-816F-389E956268A2}"/>
              </a:ext>
            </a:extLst>
          </p:cNvPr>
          <p:cNvCxnSpPr>
            <a:cxnSpLocks/>
          </p:cNvCxnSpPr>
          <p:nvPr/>
        </p:nvCxnSpPr>
        <p:spPr>
          <a:xfrm>
            <a:off x="3529564" y="4908642"/>
            <a:ext cx="80543" cy="231755"/>
          </a:xfrm>
          <a:prstGeom prst="line">
            <a:avLst/>
          </a:prstGeom>
          <a:ln w="28575"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7214A16-823F-499E-B55E-B774BC827FB1}"/>
              </a:ext>
            </a:extLst>
          </p:cNvPr>
          <p:cNvCxnSpPr>
            <a:cxnSpLocks/>
          </p:cNvCxnSpPr>
          <p:nvPr/>
        </p:nvCxnSpPr>
        <p:spPr>
          <a:xfrm flipH="1">
            <a:off x="3598592" y="5104589"/>
            <a:ext cx="185823" cy="29826"/>
          </a:xfrm>
          <a:prstGeom prst="line">
            <a:avLst/>
          </a:prstGeom>
          <a:ln w="28575"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1B320CF6-C9FC-491D-A3AE-5D84B46962EB}"/>
              </a:ext>
            </a:extLst>
          </p:cNvPr>
          <p:cNvSpPr/>
          <p:nvPr/>
        </p:nvSpPr>
        <p:spPr>
          <a:xfrm>
            <a:off x="3557811" y="5088243"/>
            <a:ext cx="96994" cy="9234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632871D-84D5-48E2-B87C-CCBD7036168C}"/>
              </a:ext>
            </a:extLst>
          </p:cNvPr>
          <p:cNvCxnSpPr>
            <a:cxnSpLocks/>
          </p:cNvCxnSpPr>
          <p:nvPr/>
        </p:nvCxnSpPr>
        <p:spPr>
          <a:xfrm flipV="1">
            <a:off x="3745305" y="5098607"/>
            <a:ext cx="39111" cy="165068"/>
          </a:xfrm>
          <a:prstGeom prst="line">
            <a:avLst/>
          </a:prstGeom>
          <a:ln w="28575"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7512F90-6C01-4EA1-AEB3-B8167915F771}"/>
              </a:ext>
            </a:extLst>
          </p:cNvPr>
          <p:cNvCxnSpPr>
            <a:cxnSpLocks/>
          </p:cNvCxnSpPr>
          <p:nvPr/>
        </p:nvCxnSpPr>
        <p:spPr>
          <a:xfrm>
            <a:off x="3467100" y="5069428"/>
            <a:ext cx="151920" cy="195661"/>
          </a:xfrm>
          <a:prstGeom prst="line">
            <a:avLst/>
          </a:prstGeom>
          <a:ln w="28575"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AB05B07-BDBA-4ED3-A07A-7022EC379A40}"/>
              </a:ext>
            </a:extLst>
          </p:cNvPr>
          <p:cNvCxnSpPr>
            <a:cxnSpLocks/>
          </p:cNvCxnSpPr>
          <p:nvPr/>
        </p:nvCxnSpPr>
        <p:spPr>
          <a:xfrm flipV="1">
            <a:off x="3610107" y="5258580"/>
            <a:ext cx="145687" cy="11619"/>
          </a:xfrm>
          <a:prstGeom prst="line">
            <a:avLst/>
          </a:prstGeom>
          <a:ln w="28575"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B35690B-C625-4AB3-8C8F-48CCEBA68473}"/>
              </a:ext>
            </a:extLst>
          </p:cNvPr>
          <p:cNvCxnSpPr>
            <a:cxnSpLocks/>
          </p:cNvCxnSpPr>
          <p:nvPr/>
        </p:nvCxnSpPr>
        <p:spPr>
          <a:xfrm flipH="1">
            <a:off x="3464506" y="4987073"/>
            <a:ext cx="230400" cy="90701"/>
          </a:xfrm>
          <a:prstGeom prst="line">
            <a:avLst/>
          </a:prstGeom>
          <a:ln w="28575"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3B4ED01-FFE7-488A-BB2A-BD28A396DD57}"/>
              </a:ext>
            </a:extLst>
          </p:cNvPr>
          <p:cNvCxnSpPr>
            <a:cxnSpLocks/>
          </p:cNvCxnSpPr>
          <p:nvPr/>
        </p:nvCxnSpPr>
        <p:spPr>
          <a:xfrm flipV="1">
            <a:off x="1856792" y="5127044"/>
            <a:ext cx="1672772" cy="238058"/>
          </a:xfrm>
          <a:prstGeom prst="straightConnector1">
            <a:avLst/>
          </a:prstGeom>
          <a:ln w="53975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847E0475-C20B-4877-96EF-67084ED664C9}"/>
              </a:ext>
            </a:extLst>
          </p:cNvPr>
          <p:cNvSpPr/>
          <p:nvPr/>
        </p:nvSpPr>
        <p:spPr>
          <a:xfrm>
            <a:off x="4168820" y="5205728"/>
            <a:ext cx="96994" cy="9234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C1AE9861-C5C1-4085-9AA7-2FD9253BD358}"/>
              </a:ext>
            </a:extLst>
          </p:cNvPr>
          <p:cNvSpPr/>
          <p:nvPr/>
        </p:nvSpPr>
        <p:spPr>
          <a:xfrm>
            <a:off x="4476290" y="5301434"/>
            <a:ext cx="96994" cy="9234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30F22553-369D-4785-B4E3-37A9D46976F7}"/>
              </a:ext>
            </a:extLst>
          </p:cNvPr>
          <p:cNvSpPr/>
          <p:nvPr/>
        </p:nvSpPr>
        <p:spPr>
          <a:xfrm>
            <a:off x="3973730" y="4994885"/>
            <a:ext cx="96994" cy="9234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728EF6ED-97A5-4E11-85F3-CAB11C0E8641}"/>
              </a:ext>
            </a:extLst>
          </p:cNvPr>
          <p:cNvSpPr/>
          <p:nvPr/>
        </p:nvSpPr>
        <p:spPr>
          <a:xfrm>
            <a:off x="3718942" y="4846279"/>
            <a:ext cx="96994" cy="9234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BA8DA73C-CC90-45BD-8EFA-8B06AF945A01}"/>
              </a:ext>
            </a:extLst>
          </p:cNvPr>
          <p:cNvSpPr/>
          <p:nvPr/>
        </p:nvSpPr>
        <p:spPr>
          <a:xfrm>
            <a:off x="3478767" y="4855744"/>
            <a:ext cx="96994" cy="9234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2101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extLst>
              <a:ext uri="{FF2B5EF4-FFF2-40B4-BE49-F238E27FC236}">
                <a16:creationId xmlns:a16="http://schemas.microsoft.com/office/drawing/2014/main" id="{6EBE1722-4B7A-47D7-95BC-8BAE601255FA}"/>
              </a:ext>
            </a:extLst>
          </p:cNvPr>
          <p:cNvSpPr/>
          <p:nvPr/>
        </p:nvSpPr>
        <p:spPr>
          <a:xfrm>
            <a:off x="2114026" y="3137483"/>
            <a:ext cx="4949503" cy="3800211"/>
          </a:xfrm>
          <a:prstGeom prst="ellipse">
            <a:avLst/>
          </a:prstGeom>
          <a:solidFill>
            <a:srgbClr val="FFC00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56D602-7AE1-4B0E-9E1A-E92911521C43}"/>
              </a:ext>
            </a:extLst>
          </p:cNvPr>
          <p:cNvSpPr txBox="1"/>
          <p:nvPr/>
        </p:nvSpPr>
        <p:spPr>
          <a:xfrm>
            <a:off x="1484851" y="268448"/>
            <a:ext cx="9513115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/>
              <a:t>Simulated Annealing</a:t>
            </a:r>
            <a:endParaRPr lang="en-US" sz="4400" b="1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b="1" dirty="0"/>
              <a:t>Idea: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2800" dirty="0"/>
              <a:t>Instead of following the best neighbor(s), sometimes expand less-optimal neighbors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2800" dirty="0"/>
              <a:t>May lead to global-maxima that lie beyond poor-looking regions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endParaRPr lang="en-US" sz="2800" dirty="0"/>
          </a:p>
          <a:p>
            <a:pPr lvl="1"/>
            <a:endParaRPr lang="en-US" sz="2800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6EEE0E3-F2BF-42A9-9849-77AFD16FFA6C}"/>
              </a:ext>
            </a:extLst>
          </p:cNvPr>
          <p:cNvSpPr/>
          <p:nvPr/>
        </p:nvSpPr>
        <p:spPr>
          <a:xfrm>
            <a:off x="2613855" y="3973558"/>
            <a:ext cx="2072081" cy="2306972"/>
          </a:xfrm>
          <a:prstGeom prst="ellipse">
            <a:avLst/>
          </a:prstGeom>
          <a:gradFill>
            <a:gsLst>
              <a:gs pos="0">
                <a:srgbClr val="FF6565"/>
              </a:gs>
              <a:gs pos="38936">
                <a:srgbClr val="FB790D"/>
              </a:gs>
              <a:gs pos="21000">
                <a:srgbClr val="FB790D"/>
              </a:gs>
              <a:gs pos="60186">
                <a:srgbClr val="E1A309"/>
              </a:gs>
              <a:gs pos="100000">
                <a:srgbClr val="FFFF00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1C8588C-1386-4986-B0B5-E6E270DCCC2A}"/>
              </a:ext>
            </a:extLst>
          </p:cNvPr>
          <p:cNvSpPr/>
          <p:nvPr/>
        </p:nvSpPr>
        <p:spPr>
          <a:xfrm rot="19666805">
            <a:off x="4643305" y="3525618"/>
            <a:ext cx="2248251" cy="2743200"/>
          </a:xfrm>
          <a:prstGeom prst="ellipse">
            <a:avLst/>
          </a:prstGeom>
          <a:gradFill flip="none" rotWithShape="1">
            <a:gsLst>
              <a:gs pos="0">
                <a:srgbClr val="FF0000"/>
              </a:gs>
              <a:gs pos="38936">
                <a:srgbClr val="FB790D"/>
              </a:gs>
              <a:gs pos="21000">
                <a:srgbClr val="FF3300"/>
              </a:gs>
              <a:gs pos="60186">
                <a:srgbClr val="E1A309"/>
              </a:gs>
              <a:gs pos="100000">
                <a:srgbClr val="FFFF0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95E572C-B5FE-4104-B3A0-B0FA8F03A321}"/>
              </a:ext>
            </a:extLst>
          </p:cNvPr>
          <p:cNvCxnSpPr/>
          <p:nvPr/>
        </p:nvCxnSpPr>
        <p:spPr>
          <a:xfrm flipV="1">
            <a:off x="1856792" y="5127044"/>
            <a:ext cx="1793103" cy="238058"/>
          </a:xfrm>
          <a:prstGeom prst="straightConnector1">
            <a:avLst/>
          </a:prstGeom>
          <a:ln w="53975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FB35507-3FD8-4876-A8D7-B749348E6A22}"/>
              </a:ext>
            </a:extLst>
          </p:cNvPr>
          <p:cNvSpPr txBox="1"/>
          <p:nvPr/>
        </p:nvSpPr>
        <p:spPr>
          <a:xfrm>
            <a:off x="213777" y="5180436"/>
            <a:ext cx="1682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Local-Maximum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88C6AFC-4789-4E55-AA89-BA8CD25C57C6}"/>
              </a:ext>
            </a:extLst>
          </p:cNvPr>
          <p:cNvCxnSpPr>
            <a:cxnSpLocks/>
          </p:cNvCxnSpPr>
          <p:nvPr/>
        </p:nvCxnSpPr>
        <p:spPr>
          <a:xfrm flipH="1">
            <a:off x="5878286" y="4621349"/>
            <a:ext cx="2449019" cy="275869"/>
          </a:xfrm>
          <a:prstGeom prst="straightConnector1">
            <a:avLst/>
          </a:prstGeom>
          <a:ln w="53975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A8946BF-E5EE-4FFB-99E7-083CCBBE1CF6}"/>
              </a:ext>
            </a:extLst>
          </p:cNvPr>
          <p:cNvSpPr txBox="1"/>
          <p:nvPr/>
        </p:nvSpPr>
        <p:spPr>
          <a:xfrm>
            <a:off x="8382536" y="4389951"/>
            <a:ext cx="18095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Global-Maximum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E8E7DA5-402E-4918-9F6C-E591C6C43FA4}"/>
              </a:ext>
            </a:extLst>
          </p:cNvPr>
          <p:cNvCxnSpPr>
            <a:cxnSpLocks/>
          </p:cNvCxnSpPr>
          <p:nvPr/>
        </p:nvCxnSpPr>
        <p:spPr>
          <a:xfrm>
            <a:off x="4378324" y="3683645"/>
            <a:ext cx="457200" cy="2230017"/>
          </a:xfrm>
          <a:prstGeom prst="line">
            <a:avLst/>
          </a:prstGeom>
          <a:ln w="254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4A28299-52DA-440A-95F2-79E2ABEE767B}"/>
              </a:ext>
            </a:extLst>
          </p:cNvPr>
          <p:cNvCxnSpPr>
            <a:cxnSpLocks/>
          </p:cNvCxnSpPr>
          <p:nvPr/>
        </p:nvCxnSpPr>
        <p:spPr>
          <a:xfrm flipH="1" flipV="1">
            <a:off x="4964141" y="5887591"/>
            <a:ext cx="2356622" cy="233291"/>
          </a:xfrm>
          <a:prstGeom prst="straightConnector1">
            <a:avLst/>
          </a:prstGeom>
          <a:ln w="53975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Arc 30">
            <a:extLst>
              <a:ext uri="{FF2B5EF4-FFF2-40B4-BE49-F238E27FC236}">
                <a16:creationId xmlns:a16="http://schemas.microsoft.com/office/drawing/2014/main" id="{805026FB-89C7-4AC9-BF2A-036DA2EC6343}"/>
              </a:ext>
            </a:extLst>
          </p:cNvPr>
          <p:cNvSpPr/>
          <p:nvPr/>
        </p:nvSpPr>
        <p:spPr>
          <a:xfrm flipV="1">
            <a:off x="3905382" y="4832061"/>
            <a:ext cx="1352939" cy="809562"/>
          </a:xfrm>
          <a:prstGeom prst="arc">
            <a:avLst>
              <a:gd name="adj1" fmla="val 14098087"/>
              <a:gd name="adj2" fmla="val 20401011"/>
            </a:avLst>
          </a:prstGeom>
          <a:ln w="34925"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D0C1515-571C-4A42-9B12-09740D7C50A2}"/>
              </a:ext>
            </a:extLst>
          </p:cNvPr>
          <p:cNvSpPr txBox="1"/>
          <p:nvPr/>
        </p:nvSpPr>
        <p:spPr>
          <a:xfrm>
            <a:off x="7320763" y="5997518"/>
            <a:ext cx="737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Valley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29E8013-102B-4958-951C-5A31A6EE2BD1}"/>
              </a:ext>
            </a:extLst>
          </p:cNvPr>
          <p:cNvCxnSpPr/>
          <p:nvPr/>
        </p:nvCxnSpPr>
        <p:spPr>
          <a:xfrm flipH="1" flipV="1">
            <a:off x="4231719" y="5252594"/>
            <a:ext cx="293210" cy="95012"/>
          </a:xfrm>
          <a:prstGeom prst="line">
            <a:avLst/>
          </a:prstGeom>
          <a:ln w="28575"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079347A-ECCB-497B-812D-5C12C55DA855}"/>
              </a:ext>
            </a:extLst>
          </p:cNvPr>
          <p:cNvCxnSpPr>
            <a:cxnSpLocks/>
          </p:cNvCxnSpPr>
          <p:nvPr/>
        </p:nvCxnSpPr>
        <p:spPr>
          <a:xfrm flipH="1" flipV="1">
            <a:off x="4024671" y="5037588"/>
            <a:ext cx="196323" cy="205619"/>
          </a:xfrm>
          <a:prstGeom prst="line">
            <a:avLst/>
          </a:prstGeom>
          <a:ln w="28575"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6806333-F67C-4B49-B13D-BE29652ADA2F}"/>
              </a:ext>
            </a:extLst>
          </p:cNvPr>
          <p:cNvCxnSpPr>
            <a:cxnSpLocks/>
          </p:cNvCxnSpPr>
          <p:nvPr/>
        </p:nvCxnSpPr>
        <p:spPr>
          <a:xfrm flipV="1">
            <a:off x="4018286" y="4808619"/>
            <a:ext cx="244416" cy="227700"/>
          </a:xfrm>
          <a:prstGeom prst="line">
            <a:avLst/>
          </a:prstGeom>
          <a:ln w="28575"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46C2AAD-6502-455A-A921-430A581EF65A}"/>
              </a:ext>
            </a:extLst>
          </p:cNvPr>
          <p:cNvCxnSpPr>
            <a:cxnSpLocks/>
          </p:cNvCxnSpPr>
          <p:nvPr/>
        </p:nvCxnSpPr>
        <p:spPr>
          <a:xfrm>
            <a:off x="4262702" y="4808619"/>
            <a:ext cx="262227" cy="59632"/>
          </a:xfrm>
          <a:prstGeom prst="line">
            <a:avLst/>
          </a:prstGeom>
          <a:ln w="28575"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7A8FC7A-A8B3-49D3-BE5C-B320C21C1F1E}"/>
              </a:ext>
            </a:extLst>
          </p:cNvPr>
          <p:cNvCxnSpPr>
            <a:cxnSpLocks/>
          </p:cNvCxnSpPr>
          <p:nvPr/>
        </p:nvCxnSpPr>
        <p:spPr>
          <a:xfrm flipV="1">
            <a:off x="4530723" y="4694107"/>
            <a:ext cx="249693" cy="174261"/>
          </a:xfrm>
          <a:prstGeom prst="line">
            <a:avLst/>
          </a:prstGeom>
          <a:ln w="28575"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43FA6B9-0008-4956-AB66-25EB11712520}"/>
              </a:ext>
            </a:extLst>
          </p:cNvPr>
          <p:cNvCxnSpPr>
            <a:cxnSpLocks/>
          </p:cNvCxnSpPr>
          <p:nvPr/>
        </p:nvCxnSpPr>
        <p:spPr>
          <a:xfrm flipH="1" flipV="1">
            <a:off x="4702105" y="4461828"/>
            <a:ext cx="76548" cy="241086"/>
          </a:xfrm>
          <a:prstGeom prst="line">
            <a:avLst/>
          </a:prstGeom>
          <a:ln w="28575"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A8DEF0E-C8DA-4B5F-8DB4-01454C46B5E6}"/>
              </a:ext>
            </a:extLst>
          </p:cNvPr>
          <p:cNvCxnSpPr>
            <a:cxnSpLocks/>
          </p:cNvCxnSpPr>
          <p:nvPr/>
        </p:nvCxnSpPr>
        <p:spPr>
          <a:xfrm>
            <a:off x="5054838" y="4414331"/>
            <a:ext cx="274728" cy="207018"/>
          </a:xfrm>
          <a:prstGeom prst="line">
            <a:avLst/>
          </a:prstGeom>
          <a:ln w="28575"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4E3B161-8A17-4F96-9C29-20A5FBCB710F}"/>
              </a:ext>
            </a:extLst>
          </p:cNvPr>
          <p:cNvCxnSpPr>
            <a:cxnSpLocks/>
          </p:cNvCxnSpPr>
          <p:nvPr/>
        </p:nvCxnSpPr>
        <p:spPr>
          <a:xfrm>
            <a:off x="5329399" y="4621349"/>
            <a:ext cx="304957" cy="95612"/>
          </a:xfrm>
          <a:prstGeom prst="line">
            <a:avLst/>
          </a:prstGeom>
          <a:ln w="28575"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83DBDA1-9250-4DCF-8192-2382CE8A852A}"/>
              </a:ext>
            </a:extLst>
          </p:cNvPr>
          <p:cNvCxnSpPr>
            <a:cxnSpLocks/>
          </p:cNvCxnSpPr>
          <p:nvPr/>
        </p:nvCxnSpPr>
        <p:spPr>
          <a:xfrm>
            <a:off x="5628259" y="4713007"/>
            <a:ext cx="158042" cy="212048"/>
          </a:xfrm>
          <a:prstGeom prst="line">
            <a:avLst/>
          </a:prstGeom>
          <a:ln w="28575"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59F3DC2-0908-4850-88A5-93EDB4D5FE5C}"/>
              </a:ext>
            </a:extLst>
          </p:cNvPr>
          <p:cNvCxnSpPr>
            <a:cxnSpLocks/>
          </p:cNvCxnSpPr>
          <p:nvPr/>
        </p:nvCxnSpPr>
        <p:spPr>
          <a:xfrm flipV="1">
            <a:off x="4702105" y="4405568"/>
            <a:ext cx="341924" cy="52512"/>
          </a:xfrm>
          <a:prstGeom prst="line">
            <a:avLst/>
          </a:prstGeom>
          <a:ln w="28575"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23B9406A-0E51-4294-908E-06E22EBD9BCB}"/>
              </a:ext>
            </a:extLst>
          </p:cNvPr>
          <p:cNvSpPr/>
          <p:nvPr/>
        </p:nvSpPr>
        <p:spPr>
          <a:xfrm>
            <a:off x="4475175" y="5297275"/>
            <a:ext cx="96994" cy="9234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774FDF84-B0B7-4D31-9597-83E7090729EF}"/>
              </a:ext>
            </a:extLst>
          </p:cNvPr>
          <p:cNvSpPr/>
          <p:nvPr/>
        </p:nvSpPr>
        <p:spPr>
          <a:xfrm>
            <a:off x="4178374" y="5196440"/>
            <a:ext cx="96994" cy="9234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4EE52B51-AA10-4943-949C-3AD9CDCD77AD}"/>
              </a:ext>
            </a:extLst>
          </p:cNvPr>
          <p:cNvSpPr/>
          <p:nvPr/>
        </p:nvSpPr>
        <p:spPr>
          <a:xfrm>
            <a:off x="3971951" y="4990146"/>
            <a:ext cx="96994" cy="9234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77409E6E-0EF2-415D-94BD-35B3C6FA4CCE}"/>
              </a:ext>
            </a:extLst>
          </p:cNvPr>
          <p:cNvSpPr/>
          <p:nvPr/>
        </p:nvSpPr>
        <p:spPr>
          <a:xfrm>
            <a:off x="5269439" y="4571533"/>
            <a:ext cx="96994" cy="9234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5DADE1F4-5642-4D29-AC5B-32EB99DDED31}"/>
              </a:ext>
            </a:extLst>
          </p:cNvPr>
          <p:cNvSpPr/>
          <p:nvPr/>
        </p:nvSpPr>
        <p:spPr>
          <a:xfrm>
            <a:off x="5580500" y="4666835"/>
            <a:ext cx="96994" cy="9234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E706E07F-A808-4383-92F6-B9358A06A9A3}"/>
              </a:ext>
            </a:extLst>
          </p:cNvPr>
          <p:cNvSpPr/>
          <p:nvPr/>
        </p:nvSpPr>
        <p:spPr>
          <a:xfrm>
            <a:off x="5738870" y="4884253"/>
            <a:ext cx="96994" cy="9234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4966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C56D602-7AE1-4B0E-9E1A-E92911521C43}"/>
                  </a:ext>
                </a:extLst>
              </p:cNvPr>
              <p:cNvSpPr txBox="1"/>
              <p:nvPr/>
            </p:nvSpPr>
            <p:spPr>
              <a:xfrm>
                <a:off x="1484851" y="268448"/>
                <a:ext cx="10159753" cy="72943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800" b="1" dirty="0"/>
                  <a:t>Simulated Annealing</a:t>
                </a:r>
                <a:endParaRPr lang="en-US" sz="4400" b="1" dirty="0"/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r>
                  <a:rPr lang="en-US" sz="2800" b="1" dirty="0"/>
                  <a:t>How do you choose when to visit neighbors?</a:t>
                </a:r>
              </a:p>
              <a:p>
                <a:pPr marL="1028700" lvl="1" indent="-57150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Always accept better ones</a:t>
                </a:r>
              </a:p>
              <a:p>
                <a:pPr marL="1028700" lvl="1" indent="-57150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Accept worse ones probabilistically:</a:t>
                </a:r>
              </a:p>
              <a:p>
                <a:pPr marL="1028700" lvl="1" indent="-57150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Borrow from physics / metallurgy (hence name):</a:t>
                </a:r>
              </a:p>
              <a:p>
                <a:pPr marL="1485900" lvl="2" indent="-57150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Higher “temperature” =  more volatile system. </a:t>
                </a:r>
              </a:p>
              <a:p>
                <a:pPr marL="1485900" lvl="2" indent="-57150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Lower “temperatures” = more stable system.</a:t>
                </a:r>
              </a:p>
              <a:p>
                <a:pPr marL="1485900" lvl="2" indent="-571500">
                  <a:buFont typeface="Arial" panose="020B0604020202020204" pitchFamily="34" charset="0"/>
                  <a:buChar char="•"/>
                </a:pPr>
                <a:endParaRPr lang="en-US" sz="2800" dirty="0"/>
              </a:p>
              <a:p>
                <a:pPr lvl="2"/>
                <a:endParaRPr lang="en-US" sz="2800" dirty="0"/>
              </a:p>
              <a:p>
                <a:pPr lvl="2"/>
                <a:endParaRPr lang="en-US" sz="2800" dirty="0"/>
              </a:p>
              <a:p>
                <a:pPr marL="1943100" lvl="3" indent="-5715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800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sz="2800" dirty="0"/>
                  <a:t> the difference in value/cost between states</a:t>
                </a:r>
              </a:p>
              <a:p>
                <a:pPr marL="1943100" lvl="3" indent="-5715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US" sz="2800" dirty="0"/>
                  <a:t> is a parameter of the algorithm:</a:t>
                </a:r>
              </a:p>
              <a:p>
                <a:pPr marL="2400300" lvl="4" indent="-57150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Values and rate of change determined by user</a:t>
                </a:r>
              </a:p>
              <a:p>
                <a:pPr marL="1028700" lvl="1" indent="-571500">
                  <a:buFont typeface="Arial" panose="020B0604020202020204" pitchFamily="34" charset="0"/>
                  <a:buChar char="•"/>
                </a:pPr>
                <a:endParaRPr lang="en-US" sz="2800" dirty="0"/>
              </a:p>
              <a:p>
                <a:pPr lvl="1"/>
                <a:endParaRPr lang="en-US" sz="2800" dirty="0"/>
              </a:p>
              <a:p>
                <a:pPr lvl="1"/>
                <a:endParaRPr lang="en-US" sz="2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C56D602-7AE1-4B0E-9E1A-E92911521C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4851" y="268448"/>
                <a:ext cx="10159753" cy="7294305"/>
              </a:xfrm>
              <a:prstGeom prst="rect">
                <a:avLst/>
              </a:prstGeom>
              <a:blipFill>
                <a:blip r:embed="rId2"/>
                <a:stretch>
                  <a:fillRect l="-2761" t="-18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FD1B770-E4A9-4EDE-8454-63EBBCC9BBAD}"/>
                  </a:ext>
                </a:extLst>
              </p:cNvPr>
              <p:cNvSpPr/>
              <p:nvPr/>
            </p:nvSpPr>
            <p:spPr>
              <a:xfrm>
                <a:off x="4561872" y="3764901"/>
                <a:ext cx="2134752" cy="92217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𝑥𝑝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l-GR" sz="2400" b="0" i="0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FD1B770-E4A9-4EDE-8454-63EBBCC9BB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1872" y="3764901"/>
                <a:ext cx="2134752" cy="9221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8118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C56D602-7AE1-4B0E-9E1A-E92911521C43}"/>
              </a:ext>
            </a:extLst>
          </p:cNvPr>
          <p:cNvSpPr txBox="1"/>
          <p:nvPr/>
        </p:nvSpPr>
        <p:spPr>
          <a:xfrm>
            <a:off x="1484851" y="268448"/>
            <a:ext cx="9513115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/>
              <a:t>Simulated Annealing</a:t>
            </a:r>
            <a:endParaRPr lang="en-US" sz="4400" b="1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b="1" dirty="0"/>
              <a:t>Acceptance of new state is a function of temperature and how good/bad the state is compared to current one: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endParaRPr lang="en-US" sz="2800" dirty="0"/>
          </a:p>
          <a:p>
            <a:pPr lvl="1"/>
            <a:endParaRPr lang="en-US" sz="2800" dirty="0"/>
          </a:p>
          <a:p>
            <a:pPr lvl="1"/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9D2CDB-70DA-462E-98F9-67D44BF713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8164" y="2061029"/>
            <a:ext cx="3957213" cy="39572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2670A96-B526-47A9-A5AD-5D0AC6BF36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7127" y="2061029"/>
            <a:ext cx="3957213" cy="39572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D87FAF0-9A0C-45D6-A45D-48506D577A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90" y="2061029"/>
            <a:ext cx="3957213" cy="395721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835E83C-7BF8-4152-A6AB-15F2D5E7446B}"/>
              </a:ext>
            </a:extLst>
          </p:cNvPr>
          <p:cNvSpPr txBox="1"/>
          <p:nvPr/>
        </p:nvSpPr>
        <p:spPr>
          <a:xfrm>
            <a:off x="2643610" y="6056598"/>
            <a:ext cx="620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Relatively good states (low-delta) are almost always accepted</a:t>
            </a:r>
          </a:p>
        </p:txBody>
      </p:sp>
    </p:spTree>
    <p:extLst>
      <p:ext uri="{BB962C8B-B14F-4D97-AF65-F5344CB8AC3E}">
        <p14:creationId xmlns:p14="http://schemas.microsoft.com/office/powerpoint/2010/main" val="7773538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64A9E8-3D24-44BD-AE4A-03C579349D67}"/>
              </a:ext>
            </a:extLst>
          </p:cNvPr>
          <p:cNvSpPr txBox="1"/>
          <p:nvPr/>
        </p:nvSpPr>
        <p:spPr>
          <a:xfrm>
            <a:off x="1484851" y="268448"/>
            <a:ext cx="951311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/>
              <a:t>Simulated Annealing</a:t>
            </a:r>
            <a:endParaRPr lang="en-US" sz="4400" b="1" dirty="0"/>
          </a:p>
          <a:p>
            <a:pPr marL="1028700" lvl="1" indent="-571500">
              <a:buFont typeface="Arial" panose="020B0604020202020204" pitchFamily="34" charset="0"/>
              <a:buChar char="•"/>
            </a:pPr>
            <a:endParaRPr lang="en-US" sz="2800" dirty="0"/>
          </a:p>
          <a:p>
            <a:pPr lvl="1"/>
            <a:endParaRPr lang="en-US" sz="2800" dirty="0"/>
          </a:p>
          <a:p>
            <a:pPr lvl="1"/>
            <a:endParaRPr lang="en-US" sz="2800" dirty="0"/>
          </a:p>
        </p:txBody>
      </p:sp>
      <p:pic>
        <p:nvPicPr>
          <p:cNvPr id="4" name="Picture 3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C478CC35-46D6-4E1E-9D31-32C49B9108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5442" y="1119673"/>
            <a:ext cx="7821116" cy="5738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1061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166443-98AF-4C6C-8C7D-565B23799A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3763" y="1613282"/>
            <a:ext cx="5324475" cy="41433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B846629-A1B0-46B9-B85A-F457F20AC4DD}"/>
              </a:ext>
            </a:extLst>
          </p:cNvPr>
          <p:cNvSpPr txBox="1"/>
          <p:nvPr/>
        </p:nvSpPr>
        <p:spPr>
          <a:xfrm>
            <a:off x="1484851" y="268448"/>
            <a:ext cx="951311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/>
              <a:t>Simulated Annealing</a:t>
            </a:r>
            <a:endParaRPr lang="en-US" sz="4400" b="1" dirty="0"/>
          </a:p>
          <a:p>
            <a:pPr lvl="1"/>
            <a:endParaRPr lang="en-US" sz="2800" dirty="0"/>
          </a:p>
          <a:p>
            <a:pPr lvl="1"/>
            <a:endParaRPr lang="en-US" sz="2800" dirty="0"/>
          </a:p>
          <a:p>
            <a:pPr lvl="1"/>
            <a:endParaRPr lang="en-US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53E646-8356-4800-B05F-EA2217DB56D0}"/>
              </a:ext>
            </a:extLst>
          </p:cNvPr>
          <p:cNvSpPr txBox="1"/>
          <p:nvPr/>
        </p:nvSpPr>
        <p:spPr>
          <a:xfrm>
            <a:off x="3962400" y="6202680"/>
            <a:ext cx="3970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http://www.mad-lab.org/presentations/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37175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243</Words>
  <Application>Microsoft Office PowerPoint</Application>
  <PresentationFormat>Widescreen</PresentationFormat>
  <Paragraphs>45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Calibri Light</vt:lpstr>
      <vt:lpstr>Calibri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 DeJesus</dc:creator>
  <cp:lastModifiedBy>Michael DeJesus</cp:lastModifiedBy>
  <cp:revision>16</cp:revision>
  <dcterms:created xsi:type="dcterms:W3CDTF">2017-09-19T02:57:10Z</dcterms:created>
  <dcterms:modified xsi:type="dcterms:W3CDTF">2017-09-19T16:48:12Z</dcterms:modified>
</cp:coreProperties>
</file>